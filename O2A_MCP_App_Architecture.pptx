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463040"/>
            <a:ext cx="8686800" cy="210312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O2A PLATFORM — MCP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MCP App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Architecture, Process Flow &amp; Implementation Guide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7772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52044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Access Layer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39696" y="352044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3520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Presentation Layer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22192" y="352044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3520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Orchestration Layer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504688" y="352044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3520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Resource/MCP Layer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187184" y="3520440"/>
            <a:ext cx="1554480" cy="438912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87184" y="3520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Layer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app-edip-mcp-app  |  FastMCP  |  PostgreSQL  |  FastAPI  |  React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O2A 2 Panel UI — 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548640"/>
          </a:xfrm>
          <a:prstGeom prst="rect">
            <a:avLst/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49808"/>
            <a:ext cx="10972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7498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ACCESS LAYER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26080" y="822960"/>
            <a:ext cx="4114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82296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Browser  —  Operator / Reviewer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859536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89888"/>
            <a:ext cx="10972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38988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PRESENTATION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1463040"/>
            <a:ext cx="4114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26080" y="14630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app-edip-ui (React)  •  Chat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29968"/>
            <a:ext cx="8595360" cy="548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029968"/>
            <a:ext cx="10972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29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ORCHESTRATION / CONTROL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26080" y="2103120"/>
            <a:ext cx="4114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926080" y="21031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app-edip-api (FastAPI)  •  Chat Orchestration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98648"/>
            <a:ext cx="8595360" cy="5486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898648"/>
            <a:ext cx="10972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898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RESOURCE / MCP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26080" y="2971800"/>
            <a:ext cx="4114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926080" y="297180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app-edip-mcp-app (FastMCP)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538728"/>
            <a:ext cx="8595360" cy="548640"/>
          </a:xfrm>
          <a:prstGeom prst="rect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38728"/>
            <a:ext cx="109728" cy="548640"/>
          </a:xfrm>
          <a:prstGeom prst="rect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5387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DATA LAYER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0" y="3611880"/>
            <a:ext cx="41148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BE18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0" y="36118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83480" y="1298448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83480" y="1938528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83480" y="2578608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2807208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447288"/>
            <a:ext cx="0" cy="9144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83480" y="1298448"/>
            <a:ext cx="0" cy="233172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0880" y="2304288"/>
            <a:ext cx="1005840" cy="594360"/>
          </a:xfrm>
          <a:prstGeom prst="line">
            <a:avLst/>
          </a:prstGeom>
          <a:noFill/>
          <a:ln w="22860">
            <a:solidFill>
              <a:srgbClr val="D97706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70408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UI Resource Proxy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49040" y="2633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Native tools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3264408"/>
            <a:ext cx="457200" cy="274320"/>
          </a:xfrm>
          <a:prstGeom prst="line">
            <a:avLst/>
          </a:prstGeom>
          <a:noFill/>
          <a:ln w="22860">
            <a:solidFill>
              <a:srgbClr val="0D9488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17804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Direct Read/Write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663440"/>
            <a:ext cx="22860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636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Flow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0" y="4663440"/>
            <a:ext cx="228600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4636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UI Resource Proxy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43600" y="4663440"/>
            <a:ext cx="2286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6360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Direct DB Access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app-edip-mcp-app  —  FastMCP Deep Dive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What the MCP App Does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 Tool Exposure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82880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Exposes domain-specific tools via MCP protocol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Each tool maps to a backend operation (DB query, rule eval)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Discoverable by the Orchestration/Control layer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261872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26187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261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🗄️  PostgreSQL Interface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74136" y="182880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Direct read/write access to PostgreSQL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Query builders for O2A case &amp; review data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Handles transactions and error propagation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08776" y="1261872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1261872"/>
            <a:ext cx="27432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1261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🔌  UI Resource Proxy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8504" y="1828800"/>
            <a:ext cx="2523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Proxies resource requests from app-edip-ui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Decouples React frontend from DB concerns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3A5C"/>
                </a:solidFill>
              </a:rPr>
              <a:t>Returns structured JSON for rendering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E6F7F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06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FastMCP Framework: </a:t>
            </a:r>
            <a:pPr indent="0" marL="0">
              <a:buNone/>
            </a:pPr>
            <a:r>
              <a:rPr lang="en-US" sz="1000" dirty="0">
                <a:solidFill>
                  <a:srgbClr val="1A3A5C"/>
                </a:solidFill>
              </a:rPr>
              <a:t>A Python-native MCP server framework. Decorators mark functions as MCP tools. Auto-generates the MCP manifest. Handles SSE/stdio transport. Works out-of-the-box with ADK's MCPToolset.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End-to-End Request Flow — O2A MCP App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8046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Operator/Reviewer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7472" y="17373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A5C"/>
                </a:solidFill>
              </a:rPr>
              <a:t>Opens browser → Chat UI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155448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86868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0467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React Chat UI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93392" y="17373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A5C"/>
                </a:solidFill>
              </a:rPr>
              <a:t>Sends user message to FastAPI via REST/WebSocket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0" y="155448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86868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0" y="80467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FastAPI Orchestrator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39312" y="17373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A5C"/>
                </a:solidFill>
              </a:rPr>
              <a:t>Routes intent → selects tool call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0" y="155448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86868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8046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MCP App (FastMCP)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85232" y="17373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A5C"/>
                </a:solidFill>
              </a:rPr>
              <a:t>Executes tool → queries PostgreSQL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66560" y="1554480"/>
            <a:ext cx="3657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868680"/>
            <a:ext cx="1554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BE185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06640" y="804672"/>
            <a:ext cx="457200" cy="457200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664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1280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E185D"/>
                </a:solidFill>
              </a:rPr>
              <a:t>PostgreSQL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31152" y="1737360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A5C"/>
                </a:solidFill>
              </a:rPr>
              <a:t>Returns data → bubbles back up the chain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2743200"/>
            <a:ext cx="736092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320040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← Response returned to 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154680"/>
            <a:ext cx="859536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15468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 Details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355848"/>
            <a:ext cx="85953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3558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app-edip-ui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77440" y="33558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React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0440" y="33558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Chat UI — renders messages, handles user input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575304"/>
            <a:ext cx="8595360" cy="219456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5753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app-edip-api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377440" y="357530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FastAPI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20440" y="35753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Chat orchestration — routes, manages state, calls tools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3794760"/>
            <a:ext cx="8595360" cy="21945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794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app-edip-mcp-app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77440" y="37947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FastMCP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20440" y="379476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MCP server — exposes tools, proxies UI resources, DB access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014216"/>
            <a:ext cx="8595360" cy="219456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0142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</a:rPr>
              <a:t>PostgreSQL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377440" y="4014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DB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520440" y="40142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Persistent storage for O2A cases, review state, history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MCP App Build Plan — Implementation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6596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78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Project Scaffold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527048"/>
            <a:ext cx="1746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Create app-edip-mcp-app repo / package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Install FastMCP, asyncpg / SQLAlchemy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Set up config (env vars for DB DSN, port)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Define MCP server entry point with FastMCP()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96596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777240"/>
            <a:ext cx="196596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795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31720" y="1078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 Definition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41448" y="1527048"/>
            <a:ext cx="1746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Annotate Python functions with @mcp.tool()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Define input/output schemas (Pydantic)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Implement DB queries per tool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Handle errors → MCP error responses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777240"/>
            <a:ext cx="196596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777240"/>
            <a:ext cx="196596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795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0" y="1078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UI Resource Proxy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98848" y="1527048"/>
            <a:ext cx="1746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Expose @mcp.resource() endpoints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Map React UI data needs to resource URIs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Return structured JSON for chat components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Auth passthrough from orchestrator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777240"/>
            <a:ext cx="1965960" cy="3246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777240"/>
            <a:ext cx="19659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7955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107899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Integration &amp; 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6248" y="1527048"/>
            <a:ext cx="17465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Connect app-edip-api → MCP via MCPToolset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Test tool discovery + invocation end-to-end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Validate PostgreSQL transactions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1A3A5C"/>
                </a:solidFill>
              </a:rPr>
              <a:t>Run O2A workflow smoke tests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114800"/>
            <a:ext cx="8595360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" y="4059936"/>
            <a:ext cx="219456" cy="2194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81528" y="4059936"/>
            <a:ext cx="219456" cy="21945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4059936"/>
            <a:ext cx="219456" cy="21945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96328" y="4059936"/>
            <a:ext cx="219456" cy="21945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Sprint →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1440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Wk 1–2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7180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Wk 3–4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Wk 5–6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86600" y="4297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Wk 7–8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Decisions &amp;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24128"/>
            <a:ext cx="8321040" cy="731520"/>
          </a:xfrm>
          <a:prstGeom prst="rect">
            <a:avLst/>
          </a:prstGeom>
          <a:solidFill>
            <a:srgbClr val="0D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24128"/>
            <a:ext cx="6400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69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Why FastMCP?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Minimal boilerplate, Python-native, auto-manifest, ADK MCPToolset compatible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321040" cy="731520"/>
          </a:xfrm>
          <a:prstGeom prst="rect">
            <a:avLst/>
          </a:prstGeom>
          <a:solidFill>
            <a:srgbClr val="0D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6400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Why separate MCP App?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286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Clean separation: API handles orchestration, MCP handles tool/resource exposure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16352"/>
            <a:ext cx="8321040" cy="731520"/>
          </a:xfrm>
          <a:prstGeom prst="rect">
            <a:avLst/>
          </a:prstGeom>
          <a:solidFill>
            <a:srgbClr val="0D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16352"/>
            <a:ext cx="6400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62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Why Direct DB access?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182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Low-latency reads for UI resource proxy; no extra hop through REST for 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321040" cy="731520"/>
          </a:xfrm>
          <a:prstGeom prst="rect">
            <a:avLst/>
          </a:prstGeom>
          <a:solidFill>
            <a:srgbClr val="0D2236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12464"/>
            <a:ext cx="6400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758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YAML Config?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07822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Tool registration, DB endpoints, and resource URIs can be config-driven, zero code change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app-edip-ui  →  app-edip-api  →  app-edip-mcp-app  →  PostgreSQL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O2A MCP App - Architecture &amp; Process Flow</dc:title>
  <dc:subject>PptxGenJS Presentation</dc:subject>
  <dc:creator>PptxGenJS</dc:creator>
  <cp:lastModifiedBy>PptxGenJS</cp:lastModifiedBy>
  <cp:revision>1</cp:revision>
  <dcterms:created xsi:type="dcterms:W3CDTF">2026-04-23T06:04:48Z</dcterms:created>
  <dcterms:modified xsi:type="dcterms:W3CDTF">2026-04-23T06:04:48Z</dcterms:modified>
</cp:coreProperties>
</file>